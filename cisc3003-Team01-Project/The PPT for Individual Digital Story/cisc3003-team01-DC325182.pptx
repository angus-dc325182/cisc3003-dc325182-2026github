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DM Sans Bold" charset="1" panose="00000000000000000000"/>
      <p:regular r:id="rId26"/>
    </p:embeddedFont>
    <p:embeddedFont>
      <p:font typeface="League Spartan" charset="1" panose="00000800000000000000"/>
      <p:regular r:id="rId27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1896" y="-1309133"/>
            <a:ext cx="19690842" cy="3582316"/>
            <a:chOff x="0" y="0"/>
            <a:chExt cx="5032114" cy="915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2113" cy="915482"/>
            </a:xfrm>
            <a:custGeom>
              <a:avLst/>
              <a:gdLst/>
              <a:ahLst/>
              <a:cxnLst/>
              <a:rect r="r" b="b" t="t" l="l"/>
              <a:pathLst>
                <a:path h="915482" w="5032113">
                  <a:moveTo>
                    <a:pt x="0" y="0"/>
                  </a:moveTo>
                  <a:lnTo>
                    <a:pt x="5032113" y="0"/>
                  </a:lnTo>
                  <a:lnTo>
                    <a:pt x="5032113" y="915482"/>
                  </a:lnTo>
                  <a:lnTo>
                    <a:pt x="0" y="915482"/>
                  </a:lnTo>
                  <a:close/>
                </a:path>
              </a:pathLst>
            </a:custGeom>
            <a:solidFill>
              <a:srgbClr val="5B9DB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2114" cy="953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4392" y="1455698"/>
            <a:ext cx="9214014" cy="7129393"/>
            <a:chOff x="0" y="0"/>
            <a:chExt cx="5197993" cy="4021975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0" y="0"/>
              <a:ext cx="5197993" cy="4021975"/>
            </a:xfrm>
            <a:custGeom>
              <a:avLst/>
              <a:gdLst/>
              <a:ahLst/>
              <a:cxnLst/>
              <a:rect r="r" b="b" t="t" l="l"/>
              <a:pathLst>
                <a:path h="4021975" w="5197993">
                  <a:moveTo>
                    <a:pt x="0" y="4021975"/>
                  </a:moveTo>
                  <a:lnTo>
                    <a:pt x="5197993" y="3510636"/>
                  </a:lnTo>
                  <a:lnTo>
                    <a:pt x="5197993" y="0"/>
                  </a:lnTo>
                  <a:lnTo>
                    <a:pt x="0" y="5113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303090" y="1455698"/>
            <a:ext cx="9214014" cy="7129393"/>
            <a:chOff x="0" y="0"/>
            <a:chExt cx="5197993" cy="4021975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5197993" cy="4021975"/>
            </a:xfrm>
            <a:custGeom>
              <a:avLst/>
              <a:gdLst/>
              <a:ahLst/>
              <a:cxnLst/>
              <a:rect r="r" b="b" t="t" l="l"/>
              <a:pathLst>
                <a:path h="4021975" w="5197993">
                  <a:moveTo>
                    <a:pt x="0" y="4021975"/>
                  </a:moveTo>
                  <a:lnTo>
                    <a:pt x="5197993" y="3510636"/>
                  </a:lnTo>
                  <a:lnTo>
                    <a:pt x="5197993" y="0"/>
                  </a:lnTo>
                  <a:lnTo>
                    <a:pt x="0" y="511340"/>
                  </a:lnTo>
                  <a:close/>
                </a:path>
              </a:pathLst>
            </a:custGeom>
            <a:blipFill>
              <a:blip r:embed="rId2"/>
              <a:stretch>
                <a:fillRect l="-8067" t="0" r="-806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558650" y="7974618"/>
            <a:ext cx="6824290" cy="988880"/>
            <a:chOff x="0" y="0"/>
            <a:chExt cx="1743988" cy="2527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3989" cy="252714"/>
            </a:xfrm>
            <a:custGeom>
              <a:avLst/>
              <a:gdLst/>
              <a:ahLst/>
              <a:cxnLst/>
              <a:rect r="r" b="b" t="t" l="l"/>
              <a:pathLst>
                <a:path h="252714" w="1743989">
                  <a:moveTo>
                    <a:pt x="113447" y="0"/>
                  </a:moveTo>
                  <a:lnTo>
                    <a:pt x="1630542" y="0"/>
                  </a:lnTo>
                  <a:cubicBezTo>
                    <a:pt x="1693197" y="0"/>
                    <a:pt x="1743989" y="50792"/>
                    <a:pt x="1743989" y="113447"/>
                  </a:cubicBezTo>
                  <a:lnTo>
                    <a:pt x="1743989" y="139268"/>
                  </a:lnTo>
                  <a:cubicBezTo>
                    <a:pt x="1743989" y="169355"/>
                    <a:pt x="1732036" y="198211"/>
                    <a:pt x="1710761" y="219486"/>
                  </a:cubicBezTo>
                  <a:cubicBezTo>
                    <a:pt x="1689485" y="240762"/>
                    <a:pt x="1660630" y="252714"/>
                    <a:pt x="1630542" y="252714"/>
                  </a:cubicBezTo>
                  <a:lnTo>
                    <a:pt x="113447" y="252714"/>
                  </a:lnTo>
                  <a:cubicBezTo>
                    <a:pt x="50792" y="252714"/>
                    <a:pt x="0" y="201922"/>
                    <a:pt x="0" y="139268"/>
                  </a:cubicBezTo>
                  <a:lnTo>
                    <a:pt x="0" y="113447"/>
                  </a:lnTo>
                  <a:cubicBezTo>
                    <a:pt x="0" y="50792"/>
                    <a:pt x="50792" y="0"/>
                    <a:pt x="1134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3988" cy="290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31100" y="7974618"/>
            <a:ext cx="6824290" cy="988880"/>
            <a:chOff x="0" y="0"/>
            <a:chExt cx="1743988" cy="2527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3989" cy="252714"/>
            </a:xfrm>
            <a:custGeom>
              <a:avLst/>
              <a:gdLst/>
              <a:ahLst/>
              <a:cxnLst/>
              <a:rect r="r" b="b" t="t" l="l"/>
              <a:pathLst>
                <a:path h="252714" w="1743989">
                  <a:moveTo>
                    <a:pt x="113447" y="0"/>
                  </a:moveTo>
                  <a:lnTo>
                    <a:pt x="1630542" y="0"/>
                  </a:lnTo>
                  <a:cubicBezTo>
                    <a:pt x="1693197" y="0"/>
                    <a:pt x="1743989" y="50792"/>
                    <a:pt x="1743989" y="113447"/>
                  </a:cubicBezTo>
                  <a:lnTo>
                    <a:pt x="1743989" y="139268"/>
                  </a:lnTo>
                  <a:cubicBezTo>
                    <a:pt x="1743989" y="169355"/>
                    <a:pt x="1732036" y="198211"/>
                    <a:pt x="1710761" y="219486"/>
                  </a:cubicBezTo>
                  <a:cubicBezTo>
                    <a:pt x="1689485" y="240762"/>
                    <a:pt x="1660630" y="252714"/>
                    <a:pt x="1630542" y="252714"/>
                  </a:cubicBezTo>
                  <a:lnTo>
                    <a:pt x="113447" y="252714"/>
                  </a:lnTo>
                  <a:cubicBezTo>
                    <a:pt x="50792" y="252714"/>
                    <a:pt x="0" y="201922"/>
                    <a:pt x="0" y="139268"/>
                  </a:cubicBezTo>
                  <a:lnTo>
                    <a:pt x="0" y="113447"/>
                  </a:lnTo>
                  <a:cubicBezTo>
                    <a:pt x="0" y="50792"/>
                    <a:pt x="50792" y="0"/>
                    <a:pt x="113447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43988" cy="290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9946" y="4197328"/>
            <a:ext cx="10520716" cy="2024595"/>
            <a:chOff x="0" y="0"/>
            <a:chExt cx="2688632" cy="5173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8632" cy="517397"/>
            </a:xfrm>
            <a:custGeom>
              <a:avLst/>
              <a:gdLst/>
              <a:ahLst/>
              <a:cxnLst/>
              <a:rect r="r" b="b" t="t" l="l"/>
              <a:pathLst>
                <a:path h="517397" w="2688632">
                  <a:moveTo>
                    <a:pt x="0" y="0"/>
                  </a:moveTo>
                  <a:lnTo>
                    <a:pt x="2688632" y="0"/>
                  </a:lnTo>
                  <a:lnTo>
                    <a:pt x="2688632" y="517397"/>
                  </a:lnTo>
                  <a:lnTo>
                    <a:pt x="0" y="517397"/>
                  </a:lnTo>
                  <a:close/>
                </a:path>
              </a:pathLst>
            </a:custGeom>
            <a:gradFill rotWithShape="true">
              <a:gsLst>
                <a:gs pos="0">
                  <a:srgbClr val="337189">
                    <a:alpha val="100000"/>
                  </a:srgbClr>
                </a:gs>
                <a:gs pos="100000">
                  <a:srgbClr val="292A3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8632" cy="555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43314" y="874403"/>
            <a:ext cx="610208" cy="631522"/>
          </a:xfrm>
          <a:custGeom>
            <a:avLst/>
            <a:gdLst/>
            <a:ahLst/>
            <a:cxnLst/>
            <a:rect r="r" b="b" t="t" l="l"/>
            <a:pathLst>
              <a:path h="631522" w="610208">
                <a:moveTo>
                  <a:pt x="0" y="0"/>
                </a:moveTo>
                <a:lnTo>
                  <a:pt x="610208" y="0"/>
                </a:lnTo>
                <a:lnTo>
                  <a:pt x="610208" y="631522"/>
                </a:lnTo>
                <a:lnTo>
                  <a:pt x="0" y="631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072468" y="8135591"/>
            <a:ext cx="1923848" cy="666934"/>
          </a:xfrm>
          <a:custGeom>
            <a:avLst/>
            <a:gdLst/>
            <a:ahLst/>
            <a:cxnLst/>
            <a:rect r="r" b="b" t="t" l="l"/>
            <a:pathLst>
              <a:path h="666934" w="1923848">
                <a:moveTo>
                  <a:pt x="0" y="0"/>
                </a:moveTo>
                <a:lnTo>
                  <a:pt x="1923848" y="0"/>
                </a:lnTo>
                <a:lnTo>
                  <a:pt x="1923848" y="666934"/>
                </a:lnTo>
                <a:lnTo>
                  <a:pt x="0" y="666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-198401" y="9115898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401714" y="2985962"/>
            <a:ext cx="945937" cy="945937"/>
          </a:xfrm>
          <a:custGeom>
            <a:avLst/>
            <a:gdLst/>
            <a:ahLst/>
            <a:cxnLst/>
            <a:rect r="r" b="b" t="t" l="l"/>
            <a:pathLst>
              <a:path h="945937" w="945937">
                <a:moveTo>
                  <a:pt x="0" y="0"/>
                </a:moveTo>
                <a:lnTo>
                  <a:pt x="945937" y="0"/>
                </a:lnTo>
                <a:lnTo>
                  <a:pt x="945937" y="945937"/>
                </a:lnTo>
                <a:lnTo>
                  <a:pt x="0" y="9459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0">
            <a:off x="12597790" y="-1309133"/>
            <a:ext cx="6759086" cy="3582316"/>
          </a:xfrm>
          <a:custGeom>
            <a:avLst/>
            <a:gdLst/>
            <a:ahLst/>
            <a:cxnLst/>
            <a:rect r="r" b="b" t="t" l="l"/>
            <a:pathLst>
              <a:path h="3582316" w="6759086">
                <a:moveTo>
                  <a:pt x="6759086" y="3582316"/>
                </a:moveTo>
                <a:lnTo>
                  <a:pt x="0" y="3582316"/>
                </a:lnTo>
                <a:lnTo>
                  <a:pt x="0" y="0"/>
                </a:lnTo>
                <a:lnTo>
                  <a:pt x="6759086" y="0"/>
                </a:lnTo>
                <a:lnTo>
                  <a:pt x="6759086" y="3582316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597790" y="823976"/>
            <a:ext cx="1689238" cy="479321"/>
          </a:xfrm>
          <a:custGeom>
            <a:avLst/>
            <a:gdLst/>
            <a:ahLst/>
            <a:cxnLst/>
            <a:rect r="r" b="b" t="t" l="l"/>
            <a:pathLst>
              <a:path h="479321" w="1689238">
                <a:moveTo>
                  <a:pt x="0" y="0"/>
                </a:moveTo>
                <a:lnTo>
                  <a:pt x="1689238" y="0"/>
                </a:lnTo>
                <a:lnTo>
                  <a:pt x="1689238" y="479322"/>
                </a:lnTo>
                <a:lnTo>
                  <a:pt x="0" y="479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257106" y="904307"/>
            <a:ext cx="2750248" cy="58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388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</a:t>
            </a:r>
            <a:r>
              <a:rPr lang="en-US" b="true" sz="388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ORCELLE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9946" y="2642201"/>
            <a:ext cx="10094962" cy="45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74"/>
              </a:lnSpc>
            </a:pPr>
            <a:r>
              <a:rPr lang="en-US" sz="948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 CISC3003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CHE CHI HIN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DC325182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272636" y="8264271"/>
            <a:ext cx="91412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sz="2824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https://cisc3003team01.is-great.net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78135" y="1738782"/>
            <a:ext cx="15731730" cy="6214033"/>
          </a:xfrm>
          <a:custGeom>
            <a:avLst/>
            <a:gdLst/>
            <a:ahLst/>
            <a:cxnLst/>
            <a:rect r="r" b="b" t="t" l="l"/>
            <a:pathLst>
              <a:path h="6214033" w="15731730">
                <a:moveTo>
                  <a:pt x="0" y="0"/>
                </a:moveTo>
                <a:lnTo>
                  <a:pt x="15731730" y="0"/>
                </a:lnTo>
                <a:lnTo>
                  <a:pt x="15731730" y="6214033"/>
                </a:lnTo>
                <a:lnTo>
                  <a:pt x="0" y="6214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51925" y="990600"/>
            <a:ext cx="93841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interface is designed around continuous task completion, not isolated pages.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1844" y="2189720"/>
            <a:ext cx="15344312" cy="5907560"/>
          </a:xfrm>
          <a:custGeom>
            <a:avLst/>
            <a:gdLst/>
            <a:ahLst/>
            <a:cxnLst/>
            <a:rect r="r" b="b" t="t" l="l"/>
            <a:pathLst>
              <a:path h="5907560" w="15344312">
                <a:moveTo>
                  <a:pt x="0" y="0"/>
                </a:moveTo>
                <a:lnTo>
                  <a:pt x="15344312" y="0"/>
                </a:lnTo>
                <a:lnTo>
                  <a:pt x="15344312" y="5907560"/>
                </a:lnTo>
                <a:lnTo>
                  <a:pt x="0" y="5907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95862" y="1224108"/>
            <a:ext cx="829627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These principles reduce hesitation, errors, and repeated invalid actions.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77741" y="1818693"/>
            <a:ext cx="13791812" cy="6533871"/>
          </a:xfrm>
          <a:custGeom>
            <a:avLst/>
            <a:gdLst/>
            <a:ahLst/>
            <a:cxnLst/>
            <a:rect r="r" b="b" t="t" l="l"/>
            <a:pathLst>
              <a:path h="6533871" w="13791812">
                <a:moveTo>
                  <a:pt x="0" y="0"/>
                </a:moveTo>
                <a:lnTo>
                  <a:pt x="13791812" y="0"/>
                </a:lnTo>
                <a:lnTo>
                  <a:pt x="13791812" y="6533870"/>
                </a:lnTo>
                <a:lnTo>
                  <a:pt x="0" y="653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65314" y="415289"/>
            <a:ext cx="2357372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login.php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43334" y="1243039"/>
            <a:ext cx="780133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Users can complete authentication quickly with low cognitive load.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965314" y="415289"/>
            <a:ext cx="2357372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login.php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389834" y="1561532"/>
            <a:ext cx="11508331" cy="7163936"/>
          </a:xfrm>
          <a:custGeom>
            <a:avLst/>
            <a:gdLst/>
            <a:ahLst/>
            <a:cxnLst/>
            <a:rect r="r" b="b" t="t" l="l"/>
            <a:pathLst>
              <a:path h="7163936" w="11508331">
                <a:moveTo>
                  <a:pt x="0" y="0"/>
                </a:moveTo>
                <a:lnTo>
                  <a:pt x="11508332" y="0"/>
                </a:lnTo>
                <a:lnTo>
                  <a:pt x="11508332" y="7163936"/>
                </a:lnTo>
                <a:lnTo>
                  <a:pt x="0" y="7163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47367" y="1114458"/>
            <a:ext cx="799147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operations remain visible and efficient in a rich information view.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4016" y="2659795"/>
            <a:ext cx="10240984" cy="4851666"/>
          </a:xfrm>
          <a:custGeom>
            <a:avLst/>
            <a:gdLst/>
            <a:ahLst/>
            <a:cxnLst/>
            <a:rect r="r" b="b" t="t" l="l"/>
            <a:pathLst>
              <a:path h="4851666" w="10240984">
                <a:moveTo>
                  <a:pt x="0" y="0"/>
                </a:moveTo>
                <a:lnTo>
                  <a:pt x="10240984" y="0"/>
                </a:lnTo>
                <a:lnTo>
                  <a:pt x="10240984" y="4851666"/>
                </a:lnTo>
                <a:lnTo>
                  <a:pt x="0" y="4851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73947" y="1907149"/>
            <a:ext cx="3957206" cy="6356958"/>
          </a:xfrm>
          <a:custGeom>
            <a:avLst/>
            <a:gdLst/>
            <a:ahLst/>
            <a:cxnLst/>
            <a:rect r="r" b="b" t="t" l="l"/>
            <a:pathLst>
              <a:path h="6356958" w="3957206">
                <a:moveTo>
                  <a:pt x="0" y="0"/>
                </a:moveTo>
                <a:lnTo>
                  <a:pt x="3957206" y="0"/>
                </a:lnTo>
                <a:lnTo>
                  <a:pt x="395720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78615" y="415289"/>
            <a:ext cx="3817470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dashboard.php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23983" y="1415567"/>
            <a:ext cx="88400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Critical actions remain reachable on small screens without layout confusion.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976531" y="1656550"/>
            <a:ext cx="12821638" cy="6973900"/>
          </a:xfrm>
          <a:custGeom>
            <a:avLst/>
            <a:gdLst/>
            <a:ahLst/>
            <a:cxnLst/>
            <a:rect r="r" b="b" t="t" l="l"/>
            <a:pathLst>
              <a:path h="6973900" w="12821638">
                <a:moveTo>
                  <a:pt x="0" y="0"/>
                </a:moveTo>
                <a:lnTo>
                  <a:pt x="12821637" y="0"/>
                </a:lnTo>
                <a:lnTo>
                  <a:pt x="12821637" y="6973900"/>
                </a:lnTo>
                <a:lnTo>
                  <a:pt x="0" y="6973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689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78615" y="415289"/>
            <a:ext cx="3817470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dashboard.php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698770" y="1738782"/>
            <a:ext cx="13377160" cy="6337430"/>
          </a:xfrm>
          <a:custGeom>
            <a:avLst/>
            <a:gdLst/>
            <a:ahLst/>
            <a:cxnLst/>
            <a:rect r="r" b="b" t="t" l="l"/>
            <a:pathLst>
              <a:path h="6337430" w="13377160">
                <a:moveTo>
                  <a:pt x="0" y="0"/>
                </a:moveTo>
                <a:lnTo>
                  <a:pt x="13377160" y="0"/>
                </a:lnTo>
                <a:lnTo>
                  <a:pt x="13377160" y="6337430"/>
                </a:lnTo>
                <a:lnTo>
                  <a:pt x="0" y="6337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78615" y="415289"/>
            <a:ext cx="3817470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dashboard.php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73180" y="1203084"/>
            <a:ext cx="86283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Consistent feedback improves trust and prevents repeated misoperations.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504385" y="1824823"/>
            <a:ext cx="13765929" cy="6521609"/>
          </a:xfrm>
          <a:custGeom>
            <a:avLst/>
            <a:gdLst/>
            <a:ahLst/>
            <a:cxnLst/>
            <a:rect r="r" b="b" t="t" l="l"/>
            <a:pathLst>
              <a:path h="6521609" w="13765929">
                <a:moveTo>
                  <a:pt x="0" y="0"/>
                </a:moveTo>
                <a:lnTo>
                  <a:pt x="13765929" y="0"/>
                </a:lnTo>
                <a:lnTo>
                  <a:pt x="13765929" y="6521609"/>
                </a:lnTo>
                <a:lnTo>
                  <a:pt x="0" y="6521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78615" y="415289"/>
            <a:ext cx="3817470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dashboard.php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44995" y="1390229"/>
            <a:ext cx="15598011" cy="7506543"/>
          </a:xfrm>
          <a:custGeom>
            <a:avLst/>
            <a:gdLst/>
            <a:ahLst/>
            <a:cxnLst/>
            <a:rect r="r" b="b" t="t" l="l"/>
            <a:pathLst>
              <a:path h="7506543" w="15598011">
                <a:moveTo>
                  <a:pt x="0" y="0"/>
                </a:moveTo>
                <a:lnTo>
                  <a:pt x="15598010" y="0"/>
                </a:lnTo>
                <a:lnTo>
                  <a:pt x="15598010" y="7506542"/>
                </a:lnTo>
                <a:lnTo>
                  <a:pt x="0" y="7506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7903" y="2871858"/>
            <a:ext cx="16372194" cy="4543284"/>
          </a:xfrm>
          <a:custGeom>
            <a:avLst/>
            <a:gdLst/>
            <a:ahLst/>
            <a:cxnLst/>
            <a:rect r="r" b="b" t="t" l="l"/>
            <a:pathLst>
              <a:path h="4543284" w="16372194">
                <a:moveTo>
                  <a:pt x="0" y="0"/>
                </a:moveTo>
                <a:lnTo>
                  <a:pt x="16372194" y="0"/>
                </a:lnTo>
                <a:lnTo>
                  <a:pt x="16372194" y="4543284"/>
                </a:lnTo>
                <a:lnTo>
                  <a:pt x="0" y="4543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56824" y="1738782"/>
            <a:ext cx="11974353" cy="7214548"/>
          </a:xfrm>
          <a:custGeom>
            <a:avLst/>
            <a:gdLst/>
            <a:ahLst/>
            <a:cxnLst/>
            <a:rect r="r" b="b" t="t" l="l"/>
            <a:pathLst>
              <a:path h="7214548" w="11974353">
                <a:moveTo>
                  <a:pt x="0" y="0"/>
                </a:moveTo>
                <a:lnTo>
                  <a:pt x="11974352" y="0"/>
                </a:lnTo>
                <a:lnTo>
                  <a:pt x="11974352" y="7214548"/>
                </a:lnTo>
                <a:lnTo>
                  <a:pt x="0" y="7214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30519" y="490220"/>
            <a:ext cx="5226963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dashboard.php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390780" y="1679285"/>
            <a:ext cx="11506440" cy="7236866"/>
          </a:xfrm>
          <a:custGeom>
            <a:avLst/>
            <a:gdLst/>
            <a:ahLst/>
            <a:cxnLst/>
            <a:rect r="r" b="b" t="t" l="l"/>
            <a:pathLst>
              <a:path h="7236866" w="11506440">
                <a:moveTo>
                  <a:pt x="0" y="0"/>
                </a:moveTo>
                <a:lnTo>
                  <a:pt x="11506440" y="0"/>
                </a:lnTo>
                <a:lnTo>
                  <a:pt x="11506440" y="7236866"/>
                </a:lnTo>
                <a:lnTo>
                  <a:pt x="0" y="7236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8" t="0" r="-61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77905" y="490220"/>
            <a:ext cx="513218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dashboard.css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392262" y="1731640"/>
            <a:ext cx="11503476" cy="7132155"/>
          </a:xfrm>
          <a:custGeom>
            <a:avLst/>
            <a:gdLst/>
            <a:ahLst/>
            <a:cxnLst/>
            <a:rect r="r" b="b" t="t" l="l"/>
            <a:pathLst>
              <a:path h="7132155" w="11503476">
                <a:moveTo>
                  <a:pt x="0" y="0"/>
                </a:moveTo>
                <a:lnTo>
                  <a:pt x="11503476" y="0"/>
                </a:lnTo>
                <a:lnTo>
                  <a:pt x="11503476" y="7132155"/>
                </a:lnTo>
                <a:lnTo>
                  <a:pt x="0" y="7132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38621" y="490220"/>
            <a:ext cx="321075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login.php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267408" y="1738782"/>
            <a:ext cx="11753185" cy="7286974"/>
          </a:xfrm>
          <a:custGeom>
            <a:avLst/>
            <a:gdLst/>
            <a:ahLst/>
            <a:cxnLst/>
            <a:rect r="r" b="b" t="t" l="l"/>
            <a:pathLst>
              <a:path h="7286974" w="11753185">
                <a:moveTo>
                  <a:pt x="0" y="0"/>
                </a:moveTo>
                <a:lnTo>
                  <a:pt x="11753184" y="0"/>
                </a:lnTo>
                <a:lnTo>
                  <a:pt x="11753184" y="7286975"/>
                </a:lnTo>
                <a:lnTo>
                  <a:pt x="0" y="728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01780" y="490220"/>
            <a:ext cx="408443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register.php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46323" y="1741812"/>
            <a:ext cx="10995354" cy="6803375"/>
          </a:xfrm>
          <a:custGeom>
            <a:avLst/>
            <a:gdLst/>
            <a:ahLst/>
            <a:cxnLst/>
            <a:rect r="r" b="b" t="t" l="l"/>
            <a:pathLst>
              <a:path h="6803375" w="10995354">
                <a:moveTo>
                  <a:pt x="0" y="0"/>
                </a:moveTo>
                <a:lnTo>
                  <a:pt x="10995354" y="0"/>
                </a:lnTo>
                <a:lnTo>
                  <a:pt x="10995354" y="6803376"/>
                </a:lnTo>
                <a:lnTo>
                  <a:pt x="0" y="6803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73161" y="490220"/>
            <a:ext cx="294167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login.css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46631" y="1639618"/>
            <a:ext cx="11394737" cy="7007763"/>
          </a:xfrm>
          <a:custGeom>
            <a:avLst/>
            <a:gdLst/>
            <a:ahLst/>
            <a:cxnLst/>
            <a:rect r="r" b="b" t="t" l="l"/>
            <a:pathLst>
              <a:path h="7007763" w="11394737">
                <a:moveTo>
                  <a:pt x="0" y="0"/>
                </a:moveTo>
                <a:lnTo>
                  <a:pt x="11394738" y="0"/>
                </a:lnTo>
                <a:lnTo>
                  <a:pt x="11394738" y="7007764"/>
                </a:lnTo>
                <a:lnTo>
                  <a:pt x="0" y="7007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80841" y="490220"/>
            <a:ext cx="292631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style.css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56824" y="1738782"/>
            <a:ext cx="11974353" cy="7214548"/>
          </a:xfrm>
          <a:custGeom>
            <a:avLst/>
            <a:gdLst/>
            <a:ahLst/>
            <a:cxnLst/>
            <a:rect r="r" b="b" t="t" l="l"/>
            <a:pathLst>
              <a:path h="7214548" w="11974353">
                <a:moveTo>
                  <a:pt x="0" y="0"/>
                </a:moveTo>
                <a:lnTo>
                  <a:pt x="11974352" y="0"/>
                </a:lnTo>
                <a:lnTo>
                  <a:pt x="11974352" y="7214548"/>
                </a:lnTo>
                <a:lnTo>
                  <a:pt x="0" y="7214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30519" y="490220"/>
            <a:ext cx="5226963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dashboard.php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83960" y="1739874"/>
            <a:ext cx="10720080" cy="6807251"/>
          </a:xfrm>
          <a:custGeom>
            <a:avLst/>
            <a:gdLst/>
            <a:ahLst/>
            <a:cxnLst/>
            <a:rect r="r" b="b" t="t" l="l"/>
            <a:pathLst>
              <a:path h="6807251" w="10720080">
                <a:moveTo>
                  <a:pt x="0" y="0"/>
                </a:moveTo>
                <a:lnTo>
                  <a:pt x="10720080" y="0"/>
                </a:lnTo>
                <a:lnTo>
                  <a:pt x="10720080" y="6807252"/>
                </a:lnTo>
                <a:lnTo>
                  <a:pt x="0" y="6807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00220" y="490220"/>
            <a:ext cx="428756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stations.php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8401" y="9142556"/>
            <a:ext cx="18684802" cy="2288888"/>
          </a:xfrm>
          <a:custGeom>
            <a:avLst/>
            <a:gdLst/>
            <a:ahLst/>
            <a:cxnLst/>
            <a:rect r="r" b="b" t="t" l="l"/>
            <a:pathLst>
              <a:path h="2288888" w="18684802">
                <a:moveTo>
                  <a:pt x="18684802" y="0"/>
                </a:moveTo>
                <a:lnTo>
                  <a:pt x="0" y="0"/>
                </a:lnTo>
                <a:lnTo>
                  <a:pt x="0" y="2288888"/>
                </a:lnTo>
                <a:lnTo>
                  <a:pt x="18684802" y="2288888"/>
                </a:lnTo>
                <a:lnTo>
                  <a:pt x="18684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651" y="-3011546"/>
            <a:ext cx="4750328" cy="47503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17323" y="-3011546"/>
            <a:ext cx="4750328" cy="47503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71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338666" y="1633101"/>
            <a:ext cx="11610668" cy="7329234"/>
          </a:xfrm>
          <a:custGeom>
            <a:avLst/>
            <a:gdLst/>
            <a:ahLst/>
            <a:cxnLst/>
            <a:rect r="r" b="b" t="t" l="l"/>
            <a:pathLst>
              <a:path h="7329234" w="11610668">
                <a:moveTo>
                  <a:pt x="0" y="0"/>
                </a:moveTo>
                <a:lnTo>
                  <a:pt x="11610668" y="0"/>
                </a:lnTo>
                <a:lnTo>
                  <a:pt x="11610668" y="7329234"/>
                </a:lnTo>
                <a:lnTo>
                  <a:pt x="0" y="7329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56029" y="490220"/>
            <a:ext cx="657594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dashboard_api.php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DAHJNDsg_JA</dc:identifier>
  <dcterms:modified xsi:type="dcterms:W3CDTF">2011-08-01T06:04:30Z</dcterms:modified>
  <cp:revision>1</cp:revision>
  <dc:title>Blue Modern Web Development Presentation</dc:title>
</cp:coreProperties>
</file>